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4C81"/>
                </a:solidFill>
              </a:rPr>
              <a:t>基于 AI+区块链的区域协同教研平台
——技术创新组方案汇报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/>
              <a:t>院校：＿＿＿＿　 团队：＿＿＿＿</a:t>
            </a:r>
          </a:p>
          <a:p>
            <a:pPr>
              <a:spcAft>
                <a:spcPts val="1000"/>
              </a:spcAft>
            </a:pPr>
            <a:r>
              <a:rPr sz="1700"/>
              <a:t>区块链底座：蚂蚁链开放联盟链（a00e36c5，已真实上链）</a:t>
            </a:r>
          </a:p>
          <a:p>
            <a:pPr>
              <a:spcAft>
                <a:spcPts val="1000"/>
              </a:spcAft>
            </a:pPr>
            <a:r>
              <a:rPr sz="1700"/>
              <a:t>AI 层：资源推荐 / 会议纪要 / 教学分析 / 教师画像（模拟+预留）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4C81"/>
                </a:solidFill>
              </a:rPr>
              <a:t>01 业务痛点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/>
              <a:t>① 跨校资源孤岛 + 版权归属不明，成果易被盗用</a:t>
            </a:r>
          </a:p>
          <a:p>
            <a:pPr>
              <a:spcAft>
                <a:spcPts val="1000"/>
              </a:spcAft>
            </a:pPr>
            <a:r>
              <a:rPr sz="1700"/>
              <a:t>② 过程记录靠人工签到/纸质台账，造假与代签难杜绝，贡献无法量化</a:t>
            </a:r>
          </a:p>
          <a:p>
            <a:pPr>
              <a:spcAft>
                <a:spcPts val="1000"/>
              </a:spcAft>
            </a:pPr>
            <a:r>
              <a:rPr sz="1700"/>
              <a:t>③ 各校学分口径不一，跨校学分互认缺失</a:t>
            </a:r>
          </a:p>
          <a:p>
            <a:pPr>
              <a:spcAft>
                <a:spcPts val="1000"/>
              </a:spcAft>
            </a:pPr>
            <a:r>
              <a:rPr sz="1700"/>
              <a:t>④ 资料分散、缺智能分析，选题与评估靠经验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4C81"/>
                </a:solidFill>
              </a:rPr>
              <a:t>02 解决方案：双链架构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/>
              <a:t>AI 层提效：精准推荐、自动纪要、数据诊断、动态画像</a:t>
            </a:r>
          </a:p>
          <a:p>
            <a:pPr>
              <a:spcAft>
                <a:spcPts val="1000"/>
              </a:spcAft>
            </a:pPr>
            <a:r>
              <a:rPr sz="1700"/>
              <a:t>区块链层可信：成果确权、过程留痕、学分互认、审计追溯</a:t>
            </a:r>
          </a:p>
          <a:p>
            <a:pPr>
              <a:spcAft>
                <a:spcPts val="1000"/>
              </a:spcAft>
            </a:pPr>
            <a:r>
              <a:rPr sz="1700"/>
              <a:t>AI 处理结果与原始数据哈希上链 → 「AI 上链即审计」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4C81"/>
                </a:solidFill>
              </a:rPr>
              <a:t>03 区块链应用点与网络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/>
              <a:t>应用点：成果确权 / 参与留痕与贡献统计 / 跨校学分互认 / 全流程审计</a:t>
            </a:r>
          </a:p>
          <a:p>
            <a:pPr>
              <a:spcAft>
                <a:spcPts val="1000"/>
              </a:spcAft>
            </a:pPr>
            <a:r>
              <a:rPr sz="1700"/>
              <a:t>网络：开放联盟链 a00e36c5 · 租户 LXHOXRFH · KMS 托管账户「陈以宁」</a:t>
            </a:r>
          </a:p>
          <a:p>
            <a:pPr>
              <a:spcAft>
                <a:spcPts val="1000"/>
              </a:spcAft>
            </a:pPr>
            <a:r>
              <a:rPr sz="1700"/>
              <a:t>（拓扑图/业务流程图/上链数据分析图见技术文档图 1~3）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4C81"/>
                </a:solidFill>
              </a:rPr>
              <a:t>04 上链数据设计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/>
              <a:t>教研成果 Artifact：编号/标题/作者/学校/SHA-256 文件哈希</a:t>
            </a:r>
          </a:p>
          <a:p>
            <a:pPr>
              <a:spcAft>
                <a:spcPts val="1000"/>
              </a:spcAft>
            </a:pPr>
            <a:r>
              <a:rPr sz="1700"/>
              <a:t>教研活动 Activity：活动号/教师/学校/贡献分钟（×2 = 学分）</a:t>
            </a:r>
          </a:p>
          <a:p>
            <a:pPr>
              <a:spcAft>
                <a:spcPts val="1000"/>
              </a:spcAft>
            </a:pPr>
            <a:r>
              <a:rPr sz="1700"/>
              <a:t>展示格式：miniappinfo JSON，浏览器与小程序可直接渲染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4C81"/>
                </a:solidFill>
              </a:rPr>
              <a:t>05 智能合约 TeachingTrace.sol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/>
              <a:t>registerArtifact(5×string)：成果确权存证</a:t>
            </a:r>
          </a:p>
          <a:p>
            <a:pPr>
              <a:spcAft>
                <a:spcPts val="1000"/>
              </a:spcAft>
            </a:pPr>
            <a:r>
              <a:rPr sz="1700"/>
              <a:t>recordActivity(4×string)：活动留痕 + 学分自动折算累加</a:t>
            </a:r>
          </a:p>
          <a:p>
            <a:pPr>
              <a:spcAft>
                <a:spcPts val="1000"/>
              </a:spcAft>
            </a:pPr>
            <a:r>
              <a:rPr sz="1700"/>
              <a:t>getCreditFor(string)：教师累计学分（本地只读）</a:t>
            </a:r>
          </a:p>
          <a:p>
            <a:pPr>
              <a:spcAft>
                <a:spcPts val="1000"/>
              </a:spcAft>
            </a:pPr>
            <a:r>
              <a:rPr sz="1700"/>
              <a:t>注释与代码逐段严格对应；接口文档独立成册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4C81"/>
                </a:solidFill>
              </a:rPr>
              <a:t>06 真实链上凭证（SDK 调用）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/>
              <a:t>合约部署 ceeaba86…bd956b9（区块 183416200 系）</a:t>
            </a:r>
          </a:p>
          <a:p>
            <a:pPr>
              <a:spcAft>
                <a:spcPts val="1000"/>
              </a:spcAft>
            </a:pPr>
            <a:r>
              <a:rPr sz="1700"/>
              <a:t>成果确权 48ba4912…752de1bb；活动记录 7b844056…30fdb3cb</a:t>
            </a:r>
          </a:p>
          <a:p>
            <a:pPr>
              <a:spcAft>
                <a:spcPts val="1000"/>
              </a:spcAft>
            </a:pPr>
            <a:r>
              <a:rPr sz="1700"/>
              <a:t>学分查询 getCreditFor("陈以宁") = 180（90 分钟 × 2，本地只读）</a:t>
            </a:r>
          </a:p>
          <a:p>
            <a:pPr>
              <a:spcAft>
                <a:spcPts val="1000"/>
              </a:spcAft>
            </a:pPr>
            <a:r>
              <a:rPr sz="1700"/>
              <a:t>工具：tools/TeachFlowTool.java 四子命令，全程留档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4C81"/>
                </a:solidFill>
              </a:rPr>
              <a:t>07 提交资料与视频计划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/>
              <a:t>PDF 技术文档：已生成（教研平台-技术文档.pdf，覆盖赛题全部检查点）</a:t>
            </a:r>
          </a:p>
          <a:p>
            <a:pPr>
              <a:spcAft>
                <a:spcPts val="1000"/>
              </a:spcAft>
            </a:pPr>
            <a:r>
              <a:rPr sz="1700"/>
              <a:t>视频三件套：搭建过程/合约运行/SDK 运行，分镜脚本+口播稿已备（07-过程实录）</a:t>
            </a:r>
          </a:p>
          <a:p>
            <a:pPr>
              <a:spcAft>
                <a:spcPts val="1000"/>
              </a:spcAft>
            </a:pPr>
            <a:r>
              <a:rPr sz="1700"/>
              <a:t>搭建口径：平台提供开放联盟链，以控制台配置+合约部署实录替代，理由书面化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